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Gain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SSLfinal_State</c:v>
                  </c:pt>
                  <c:pt idx="1">
                    <c:v>URL_of_Anchor</c:v>
                  </c:pt>
                  <c:pt idx="2">
                    <c:v>Prefix_Suffix</c:v>
                  </c:pt>
                  <c:pt idx="3">
                    <c:v>web_traffic</c:v>
                  </c:pt>
                  <c:pt idx="4">
                    <c:v>having_Sub_Domain</c:v>
                  </c:pt>
                  <c:pt idx="5">
                    <c:v>Links_in_tags</c:v>
                  </c:pt>
                  <c:pt idx="6">
                    <c:v>Request_URL</c:v>
                  </c:pt>
                  <c:pt idx="7">
                    <c:v>SFH</c:v>
                  </c:pt>
                  <c:pt idx="8">
                    <c:v>Domain_registeration_length</c:v>
                  </c:pt>
                  <c:pt idx="9">
                    <c:v>Google_Index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0.499</c:v>
                </c:pt>
                <c:pt idx="1">
                  <c:v>0.477</c:v>
                </c:pt>
                <c:pt idx="2">
                  <c:v>0.123</c:v>
                </c:pt>
                <c:pt idx="3">
                  <c:v>0.115</c:v>
                </c:pt>
                <c:pt idx="4">
                  <c:v>0.11</c:v>
                </c:pt>
                <c:pt idx="5">
                  <c:v>0.047</c:v>
                </c:pt>
                <c:pt idx="6">
                  <c:v>0.047</c:v>
                </c:pt>
                <c:pt idx="7">
                  <c:v>0.037</c:v>
                </c:pt>
                <c:pt idx="8">
                  <c:v>0.037</c:v>
                </c:pt>
                <c:pt idx="9">
                  <c:v>0.012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технологический университет «МИРЭА»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кибербезопасности и цифровых технологий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КБ-9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691640"/>
            <a:ext cx="57607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по дисциплине «Машинное обучение»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фишинговых URL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моделей классического ML на Java и Weka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4572000"/>
            <a:ext cx="5760720" cy="1463040"/>
          </a:xfrm>
          <a:prstGeom prst="rect">
            <a:avLst/>
          </a:prstGeom>
          <a:solidFill>
            <a:srgbClr val="F4F6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4937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Леонид Владимирович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БСМО-12-25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5623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Ксенофонтов И. О.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темы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Фишинг — одна из ведущих угроз кибербезопасности: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данным ENISA Threat Landscape 2025 — №1 угроза по охвату пользователей;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отчёту IBM X-Force 2025 — входит в топ-3 векторов проникновения;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50% инцидентов в РФ начинаются с фишинговой ссылки или письма;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антифишинг — обязательный слой защиты в Safe Browsing, корпоративных Secure Web Gateways.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11247120" cy="11887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75488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проблемы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166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классификация URL на фишинговые и легитимные с использованием классических алгоритмов машинного обучения на табличных признаках.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три классических алгоритма машинного обучения для задачи детекции фишинговых URL и выявить наиболее информативные признаки.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Изучить датасет UCI Phishing Websites (11 055 записей, 30 признаков).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Реализовать обучение трёх моделей: Random Forest, Logistic Regression, J48 Decision Tree.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Провести 10-fold cross-validation и сравнить метрики качества.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Выполнить анализ важности признаков по Information Gain.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Сделать выводы о применимости классического ML в задаче антифишинга.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данных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Phishing Websites Dataset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R., Thabtah F., McCluskey L. — University of Huddersfield, 2015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Количество записей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Количество признаков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+ 1 (целевая переменная)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признаков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Номинальные {-1, 0, +1}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Распределение классов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Легитимные: 6 157 (55,7%); Фишинговые: 4 898 (44,3%)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файла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ARFF (Weka)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194560"/>
            <a:ext cx="4023360" cy="36576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признаков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2697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having_IP_Address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Shortining_Service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having_At_Symbol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Prefix_Suffix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having_Sub_Domain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Domain_registeration_length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другие — всего 30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технологии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675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Версия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Основной язык реализации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Maven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 сборки и управления зависимостями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Библиотека машинного обучения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SLF4J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Каркас логирования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Модульное тестирование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версий и хранение исходного кода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Java и Weka обусловлен тем, что Weka — одна из старейших и наиболее проверенных библиотек машинного обучения с JVM-стеком, активно применяется в академических исследованиях.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эксперимента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Сравниваемые модели: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858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деревьев, bagging, random subspace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6858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468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L2-регуляризация, maxIts = 200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247120" cy="6858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J48 (Decision Tree)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246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Java-реализация C4.5, confidenceFactor = 0.25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471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297680"/>
            <a:ext cx="73152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34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оценки качества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cross-validation, фиксированный random seed = 42. Метрики: Accuracy, Precision, Recall, F1, ROC AUC. Усреднение — weighted average по классам.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эксперимента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645920"/>
                <a:gridCol w="164592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1 — Сравнение метрик качества классификации (10-fold CV)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11247120" cy="1554480"/>
          </a:xfrm>
          <a:prstGeom prst="rect">
            <a:avLst/>
          </a:prstGeom>
          <a:solidFill>
            <a:srgbClr val="F4F6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7091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Лучшую точность показал Random Forest: Accuracy = 0,972, ROC AUC = 0,996 — практически идеальное ранжирование. J48 уступает Random Forest всего на 1,4 п.п. accuracy, но обучается в пять раз быстрее, что важно для применения в продуктовых системах. Logistic Regression стабильно слабее за счёт линейности.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важности признаков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0467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78240" y="1280160"/>
            <a:ext cx="2926080" cy="48463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9611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6112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признака — SSLfinal_State и URL_of_Anchor — дают суммарный Information Gain около 0,98.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611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согласуется с практикой: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0" y="32004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невалидный TLS-сертификат — типичный маркер фишинга;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якоря используются для маскировки кражи учётных данных;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лексические признаки (длина URL) — слабые сигналы.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и демонстрация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включает: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Maven-проект с зависимостями Weka и SLF4J;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модули: DataLoader, ModelTrainer, ModelEvaluator, FeatureAnalyzer, Reporter;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режим — печать таблицы метрик, сохранение CSV;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на встроенном HTTP-сервере JDK для интерактивной проверки URL;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слой для известных фишинговых паттернов (IDN-атаки, freenom-TLD).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6446520" y="9601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B9B"/>
                </a:solidFill>
              </a:defRPr>
            </a:pPr>
            <a:r>
              <a:t>Вывод консоли (10-fold CV, seed = 42)</a:t>
            </a:r>
          </a:p>
        </p:txBody>
      </p:sp>
      <p:pic>
        <p:nvPicPr>
          <p:cNvPr id="13" name="Picture 12" descr="screensho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25880"/>
            <a:ext cx="46634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для демонстрации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веб-режима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проверяемый адрес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признаков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Лексический анализ URL (10 признаков)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Random Forest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и оценка вероятности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проверка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IDN, freenom-TLD, brand-impersonation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6446520" y="9601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B9B"/>
                </a:solidFill>
              </a:defRPr>
            </a:pPr>
            <a:r>
              <a:t>Web TUI — http://localhost:8080</a:t>
            </a:r>
          </a:p>
        </p:txBody>
      </p:sp>
      <p:pic>
        <p:nvPicPr>
          <p:cNvPr id="33" name="Picture 32" descr="screenshot_web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25880"/>
            <a:ext cx="46634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классических алгоритма (Random Forest, J48, Logistic Regression) применимы для задачи детекции фишинговых URL со средневзвешенной F1 не ниже 0,94.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Лучшую точность показал Random Forest: Accuracy = 0,972, ROC AUC = 0,996.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Information Gain показал, что два признака — SSLfinal_State и URL_of_Anchor — дают около 50% всей информации.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чаще ошибаются на классе «фишинг» (False Negative), что критично для практики и требует калибровки порога вероятности.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градиентного бустинга (XGBoost), расширение признакового пространства за счёт content-based фич, онлайн-дообучение на данных PhishTank и OpenPhish, интеграция с deny-list и threat intelligence.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·  Мысливец Л. В., БСМО-12-25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251960" y="3383280"/>
            <a:ext cx="3657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566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0"/>
            <a:ext cx="576072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проекта: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github.com/sl4sh73r/phishing-url-detector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5577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Л. В.  ·  БСМО-12-25  ·  МИРЭА,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URL Detector</dc:title>
  <dc:subject>PptxGenJS Presentation</dc:subject>
  <dc:creator>Мысливец Л. В.</dc:creator>
  <cp:lastModifiedBy>Мысливец Л. В.</cp:lastModifiedBy>
  <cp:revision>1</cp:revision>
  <dcterms:created xsi:type="dcterms:W3CDTF">2026-05-13T13:16:40Z</dcterms:created>
  <dcterms:modified xsi:type="dcterms:W3CDTF">2026-05-13T13:16:40Z</dcterms:modified>
</cp:coreProperties>
</file>